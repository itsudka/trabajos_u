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03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96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57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5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7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1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0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34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2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56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580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45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6991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00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59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4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7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Analítica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ámbito</a:t>
            </a:r>
            <a:r>
              <a:rPr dirty="0"/>
              <a:t> </a:t>
            </a:r>
            <a:r>
              <a:rPr dirty="0" err="1"/>
              <a:t>empresarial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Juan David Lozano</a:t>
            </a:r>
            <a:endParaRPr dirty="0"/>
          </a:p>
          <a:p>
            <a:r>
              <a:rPr dirty="0"/>
              <a:t>26 de mayo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/>
            </a:pPr>
            <a:r>
              <a:t>Transforma datos en conocimiento útil.</a:t>
            </a:r>
          </a:p>
          <a:p>
            <a:pPr algn="l">
              <a:defRPr sz="2000"/>
            </a:pPr>
            <a:r>
              <a:t>Apoya la toma de decisiones en empresas modernas.</a:t>
            </a:r>
          </a:p>
          <a:p>
            <a:pPr algn="l">
              <a:defRPr sz="2000"/>
            </a:pPr>
            <a:r>
              <a:t>Clave en la transformación digital.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/>
            </a:pPr>
            <a:r>
              <a:t>Comprender el valor estratégico de los datos.</a:t>
            </a:r>
          </a:p>
          <a:p>
            <a:pPr algn="l">
              <a:defRPr sz="2000"/>
            </a:pPr>
            <a:r>
              <a:t>Desarrollar habilidades clave para el entorno laboral.</a:t>
            </a:r>
          </a:p>
          <a:p>
            <a:pPr algn="l">
              <a:defRPr sz="2000"/>
            </a:pPr>
            <a:r>
              <a:t>Conciencia ética en el manejo de información.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analítica de datos?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/>
            </a:pPr>
            <a:r>
              <a:t>Proceso de analizar grandes volúmenes de datos.</a:t>
            </a:r>
          </a:p>
          <a:p>
            <a:pPr algn="l">
              <a:defRPr sz="2000"/>
            </a:pPr>
            <a:r>
              <a:t>Utiliza estadísticas, matemáticas y tecnología.</a:t>
            </a:r>
          </a:p>
          <a:p>
            <a:pPr algn="l">
              <a:defRPr sz="2000"/>
            </a:pPr>
            <a:r>
              <a:t>Aplica en todos los sectores empresariales.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analítica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/>
            </a:pPr>
            <a:r>
              <a:t>Descriptiva: ¿Qué pasó?</a:t>
            </a:r>
          </a:p>
          <a:p>
            <a:pPr algn="l">
              <a:defRPr sz="2000"/>
            </a:pPr>
            <a:r>
              <a:t>Diagnóstica: ¿Por qué pasó?</a:t>
            </a:r>
          </a:p>
          <a:p>
            <a:pPr algn="l">
              <a:defRPr sz="2000"/>
            </a:pPr>
            <a:r>
              <a:t>Predictiva: ¿Qué pasará?</a:t>
            </a:r>
          </a:p>
          <a:p>
            <a:pPr algn="l">
              <a:defRPr sz="2000"/>
            </a:pPr>
            <a:r>
              <a:t>Prescriptiva: ¿Qué hacer?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empresarial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/>
            </a:pPr>
            <a:r>
              <a:t>Marketing: Segmentación y personalización.</a:t>
            </a:r>
          </a:p>
          <a:p>
            <a:pPr algn="l">
              <a:defRPr sz="2000"/>
            </a:pPr>
            <a:r>
              <a:t>Logística: Optimización de procesos.</a:t>
            </a:r>
          </a:p>
          <a:p>
            <a:pPr algn="l">
              <a:defRPr sz="2000"/>
            </a:pPr>
            <a:r>
              <a:t>RR.HH.: Evaluación de desempeño.</a:t>
            </a:r>
          </a:p>
          <a:p>
            <a:pPr algn="l">
              <a:defRPr sz="2000"/>
            </a:pPr>
            <a:r>
              <a:t>Empresas líderes: Amazon, Google, Netflix.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/>
            </a:pPr>
            <a:r>
              <a:t>La analítica de datos impulsa decisiones inteligentes.</a:t>
            </a:r>
          </a:p>
          <a:p>
            <a:pPr algn="l">
              <a:defRPr sz="2000"/>
            </a:pPr>
            <a:r>
              <a:t>Es esencial en el entorno competitivo actual.</a:t>
            </a:r>
          </a:p>
          <a:p>
            <a:pPr algn="l">
              <a:defRPr sz="2000"/>
            </a:pPr>
            <a:r>
              <a:t>Requiere ética, formación y herramientas digitales.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</TotalTime>
  <Words>178</Words>
  <Application>Microsoft Office PowerPoint</Application>
  <PresentationFormat>Presentación en pantalla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Espiral</vt:lpstr>
      <vt:lpstr>Analítica de datos en el ámbito empresarial</vt:lpstr>
      <vt:lpstr>Introducción</vt:lpstr>
      <vt:lpstr>Justificación</vt:lpstr>
      <vt:lpstr>¿Qué es la analítica de datos?</vt:lpstr>
      <vt:lpstr>Tipos de analítica de datos</vt:lpstr>
      <vt:lpstr>Uso empresarial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Juan David Lozano</dc:creator>
  <cp:keywords/>
  <dc:description>generated using python-pptx</dc:description>
  <cp:lastModifiedBy>Juan David Lozano</cp:lastModifiedBy>
  <cp:revision>2</cp:revision>
  <dcterms:created xsi:type="dcterms:W3CDTF">2013-01-27T09:14:16Z</dcterms:created>
  <dcterms:modified xsi:type="dcterms:W3CDTF">2025-05-26T23:37:00Z</dcterms:modified>
  <cp:category/>
</cp:coreProperties>
</file>